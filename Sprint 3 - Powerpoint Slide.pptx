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0525F2-E725-48A8-98BB-365238DB6C0B}" v="2" dt="2026-05-01T22:53:15.1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0EB3-983F-4FE5-9A6F-645341ADD03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DE9FB-41C0-47C5-9E83-B48571F511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786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0EB3-983F-4FE5-9A6F-645341ADD03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DE9FB-41C0-47C5-9E83-B48571F511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152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0EB3-983F-4FE5-9A6F-645341ADD03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DE9FB-41C0-47C5-9E83-B48571F511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747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0EB3-983F-4FE5-9A6F-645341ADD03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DE9FB-41C0-47C5-9E83-B48571F511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67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0EB3-983F-4FE5-9A6F-645341ADD03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DE9FB-41C0-47C5-9E83-B48571F511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167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0EB3-983F-4FE5-9A6F-645341ADD03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DE9FB-41C0-47C5-9E83-B48571F511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096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0EB3-983F-4FE5-9A6F-645341ADD03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DE9FB-41C0-47C5-9E83-B48571F511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52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0EB3-983F-4FE5-9A6F-645341ADD03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DE9FB-41C0-47C5-9E83-B48571F511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838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0EB3-983F-4FE5-9A6F-645341ADD03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DE9FB-41C0-47C5-9E83-B48571F511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231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0EB3-983F-4FE5-9A6F-645341ADD03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DE9FB-41C0-47C5-9E83-B48571F511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376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0EB3-983F-4FE5-9A6F-645341ADD03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DE9FB-41C0-47C5-9E83-B48571F511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7620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0EB3-983F-4FE5-9A6F-645341ADD03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DE9FB-41C0-47C5-9E83-B48571F5116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518314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0EB3-983F-4FE5-9A6F-645341ADD03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DE9FB-41C0-47C5-9E83-B48571F511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605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0EB3-983F-4FE5-9A6F-645341ADD03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DE9FB-41C0-47C5-9E83-B48571F511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6262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0EB3-983F-4FE5-9A6F-645341ADD03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DE9FB-41C0-47C5-9E83-B48571F511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1203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0EB3-983F-4FE5-9A6F-645341ADD03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DE9FB-41C0-47C5-9E83-B48571F511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6886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0EB3-983F-4FE5-9A6F-645341ADD03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DE9FB-41C0-47C5-9E83-B48571F511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60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4880EB3-983F-4FE5-9A6F-645341ADD03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0DE9FB-41C0-47C5-9E83-B48571F511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6684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9247F2-B3CB-9107-80E6-0991993DC48C}"/>
              </a:ext>
            </a:extLst>
          </p:cNvPr>
          <p:cNvSpPr txBox="1"/>
          <p:nvPr/>
        </p:nvSpPr>
        <p:spPr>
          <a:xfrm>
            <a:off x="598932" y="320040"/>
            <a:ext cx="109910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chemeClr val="accent4">
                    <a:lumMod val="40000"/>
                    <a:lumOff val="60000"/>
                  </a:schemeClr>
                </a:solidFill>
                <a:latin typeface="Jumble" panose="020F0502020204030204" pitchFamily="2" charset="0"/>
              </a:rPr>
              <a:t>Mix My Mood – Playlist Generator</a:t>
            </a:r>
            <a:br>
              <a:rPr lang="en-US" sz="480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endParaRPr lang="en-US" sz="48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D8C632-C80F-008A-5D1C-BD9D1E66A416}"/>
              </a:ext>
            </a:extLst>
          </p:cNvPr>
          <p:cNvSpPr txBox="1"/>
          <p:nvPr/>
        </p:nvSpPr>
        <p:spPr>
          <a:xfrm>
            <a:off x="1837944" y="1225296"/>
            <a:ext cx="8138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Segoe Print" panose="02000600000000000000" pitchFamily="2" charset="0"/>
              </a:rPr>
              <a:t>Crafting Playlists To Match Your Every Emotion</a:t>
            </a:r>
            <a:endParaRPr lang="en-US" dirty="0">
              <a:latin typeface="Segoe Print" panose="02000600000000000000" pitchFamily="2" charset="0"/>
            </a:endParaRPr>
          </a:p>
        </p:txBody>
      </p:sp>
      <p:pic>
        <p:nvPicPr>
          <p:cNvPr id="8" name="Picture 7" descr="The image depicts a mobile device screen with an app interface featuring a mood selection wheel, a music playlist, and various song titles.&#10;&#10;AI-generated content may be incorrect.">
            <a:extLst>
              <a:ext uri="{FF2B5EF4-FFF2-40B4-BE49-F238E27FC236}">
                <a16:creationId xmlns:a16="http://schemas.microsoft.com/office/drawing/2014/main" id="{935531F5-CBA3-D01E-9C9E-738AB09765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966" y="1748186"/>
            <a:ext cx="6556115" cy="43707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3B1888C-B292-FBF7-6A02-1F715C231F56}"/>
              </a:ext>
            </a:extLst>
          </p:cNvPr>
          <p:cNvSpPr txBox="1"/>
          <p:nvPr/>
        </p:nvSpPr>
        <p:spPr>
          <a:xfrm>
            <a:off x="4745735" y="6537960"/>
            <a:ext cx="2322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Yamilex Morales</a:t>
            </a:r>
          </a:p>
        </p:txBody>
      </p:sp>
    </p:spTree>
    <p:extLst>
      <p:ext uri="{BB962C8B-B14F-4D97-AF65-F5344CB8AC3E}">
        <p14:creationId xmlns:p14="http://schemas.microsoft.com/office/powerpoint/2010/main" val="40557419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896F2E87E2C148858A08F31E4F361F" ma:contentTypeVersion="11" ma:contentTypeDescription="Create a new document." ma:contentTypeScope="" ma:versionID="7f1bad66621e1e929fea55a0530d845b">
  <xsd:schema xmlns:xsd="http://www.w3.org/2001/XMLSchema" xmlns:xs="http://www.w3.org/2001/XMLSchema" xmlns:p="http://schemas.microsoft.com/office/2006/metadata/properties" xmlns:ns3="7b0844a7-f0a5-4630-beab-32f749d2f153" targetNamespace="http://schemas.microsoft.com/office/2006/metadata/properties" ma:root="true" ma:fieldsID="2d43a99672b603d99c4cbf3b3412c52e" ns3:_="">
    <xsd:import namespace="7b0844a7-f0a5-4630-beab-32f749d2f15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0844a7-f0a5-4630-beab-32f749d2f15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b0844a7-f0a5-4630-beab-32f749d2f153" xsi:nil="true"/>
  </documentManagement>
</p:properties>
</file>

<file path=customXml/itemProps1.xml><?xml version="1.0" encoding="utf-8"?>
<ds:datastoreItem xmlns:ds="http://schemas.openxmlformats.org/officeDocument/2006/customXml" ds:itemID="{D4E21B32-AB73-4A38-8346-6D41D3E3305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b0844a7-f0a5-4630-beab-32f749d2f15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D6B4848-0724-45D0-A68C-DAD056B2D50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CBF4E9-6946-4A1D-9AF9-4B25F689BDA6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7b0844a7-f0a5-4630-beab-32f749d2f153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36</TotalTime>
  <Words>16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Century Gothic</vt:lpstr>
      <vt:lpstr>Jumble</vt:lpstr>
      <vt:lpstr>Segoe Print</vt:lpstr>
      <vt:lpstr>Wingdings 3</vt:lpstr>
      <vt:lpstr>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Yamilex Morales</dc:creator>
  <cp:lastModifiedBy>Yamilex Morales</cp:lastModifiedBy>
  <cp:revision>2</cp:revision>
  <dcterms:created xsi:type="dcterms:W3CDTF">2026-05-01T22:19:22Z</dcterms:created>
  <dcterms:modified xsi:type="dcterms:W3CDTF">2026-05-01T22:56:17Z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0x010100A0896F2E87E2C148858A08F31E4F361F</vt:lpwstr>
  </property>
</Properties>
</file>